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1033700" cy="41033700"/>
  <p:notesSz cx="41033700" cy="410337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677900" cy="13677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850" y="0"/>
            <a:ext cx="13696950" cy="13677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6750" y="0"/>
            <a:ext cx="13696950" cy="13677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58850"/>
            <a:ext cx="13677900" cy="136969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8850" y="13658850"/>
            <a:ext cx="13696950" cy="136969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6750" y="13658850"/>
            <a:ext cx="13696950" cy="136969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7336750"/>
            <a:ext cx="13677900" cy="136969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8850" y="27336750"/>
            <a:ext cx="13696950" cy="136969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36750" y="27336750"/>
            <a:ext cx="13696950" cy="13696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2026-06-23T23:42:29Z</dcterms:created>
  <dcterms:modified xsi:type="dcterms:W3CDTF">2026-06-23T23:42:29Z</dcterms:modified>
</cp:coreProperties>
</file>